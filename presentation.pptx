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/>
    <p:restoredTop sz="94632"/>
  </p:normalViewPr>
  <p:slideViewPr>
    <p:cSldViewPr snapToGrid="0" snapToObjects="1">
      <p:cViewPr varScale="1">
        <p:scale>
          <a:sx n="111" d="100"/>
          <a:sy n="111" d="100"/>
        </p:scale>
        <p:origin x="1784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1529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79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1405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247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9245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0891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369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8683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600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957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3789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6957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7835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49439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82522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37307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7902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4/24/25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487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4169821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ISM 6404 - Intro to Business Analytics &amp; Big Data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2025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PROJECT PRESENTATION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Uncovering Patterns in U.S. Homicide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51576" y="4444459"/>
            <a:ext cx="3392424" cy="160902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</a:t>
            </a:r>
          </a:p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Pahuldeep Singh Dhingra</a:t>
            </a:r>
          </a:p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Krishna Sanjay Vaddi</a:t>
            </a:r>
          </a:p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David Louis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982132"/>
            <a:ext cx="7200897" cy="1303867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2" name="Content Placeholder 2"/>
          <p:cNvSpPr>
            <a:spLocks noGrp="1"/>
          </p:cNvSpPr>
          <p:nvPr>
            <p:ph idx="1"/>
          </p:nvPr>
        </p:nvSpPr>
        <p:spPr>
          <a:xfrm>
            <a:off x="813816" y="2556932"/>
            <a:ext cx="7589520" cy="3523828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U.S. homicide data to uncover trends for public policy and safety.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Murder Accountability Project’s SHR (1965–2023) with 874,958 cleaned records.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Used: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for interactive dashboards and data-driven storytelling.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Dashboards:</a:t>
            </a:r>
          </a:p>
          <a:p>
            <a:pPr marL="0" indent="0" algn="just">
              <a:lnSpc>
                <a:spcPct val="9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1.  Homicide Trends Over Time</a:t>
            </a:r>
          </a:p>
          <a:p>
            <a:pPr marL="0" indent="0" algn="just">
              <a:lnSpc>
                <a:spcPct val="9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2. Geographic &amp; Circumstantial Insights</a:t>
            </a:r>
          </a:p>
          <a:p>
            <a:pPr marL="0" indent="0" algn="just">
              <a:lnSpc>
                <a:spcPct val="9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3. Victim &amp; Offender Demographics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982132"/>
            <a:ext cx="7523225" cy="130386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26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1 – Homicide Trends Over Time</a:t>
            </a:r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6BACB9FA-1C66-45D2-32CA-678C40488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2587752"/>
            <a:ext cx="4709160" cy="3397844"/>
          </a:xfrm>
          <a:prstGeom prst="rect">
            <a:avLst/>
          </a:prstGeom>
          <a:ln w="57150" cmpd="thickThin">
            <a:solidFill>
              <a:srgbClr val="7F7F7F"/>
            </a:solidFill>
            <a:miter lim="800000"/>
          </a:ln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50408" y="2587752"/>
            <a:ext cx="3063240" cy="29169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6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Insights: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rgbClr val="26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Decline since 1990s peak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rgbClr val="26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Stable solved rate (~70%)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rgbClr val="26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Summer spike in violence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rgbClr val="26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Handguns used in ~47% cases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982132"/>
            <a:ext cx="7200897" cy="130386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b="1">
                <a:solidFill>
                  <a:srgbClr val="26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2 – Geographic &amp; Circumstantial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6072" y="2562687"/>
            <a:ext cx="3017519" cy="2902035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26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Insights: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rgbClr val="26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 cities show sharp decline since 1990s.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rgbClr val="26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Municipal police solve majority of cases.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rgbClr val="26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 cities show lower police use of force.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rgbClr val="26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rates of felon-related homicides remain a challenge.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6F724A-F7D8-6CCA-3495-F551F08DE0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0177" y="2556932"/>
            <a:ext cx="4674871" cy="3318936"/>
          </a:xfrm>
          <a:prstGeom prst="rect">
            <a:avLst/>
          </a:prstGeom>
          <a:ln w="57150" cmpd="thickThin">
            <a:solidFill>
              <a:srgbClr val="7F7F7F"/>
            </a:solidFill>
            <a:miter lim="800000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982132"/>
            <a:ext cx="8019287" cy="130386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b="1" dirty="0">
                <a:solidFill>
                  <a:srgbClr val="26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3 – VICTIM &amp; OFFENDER DEMOGRAPHICS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7078" y="2556932"/>
            <a:ext cx="2951545" cy="2975188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90000"/>
              </a:lnSpc>
              <a:buNone/>
            </a:pPr>
            <a:endParaRPr lang="en-US" sz="2300" dirty="0">
              <a:solidFill>
                <a:srgbClr val="2626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77.5% of victims are male.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victims knew their offender.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Young adults (20–40) most affected.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Gaps in relationship data remain.</a:t>
            </a:r>
          </a:p>
          <a:p>
            <a:pPr>
              <a:lnSpc>
                <a:spcPct val="90000"/>
              </a:lnSpc>
            </a:pPr>
            <a:endParaRPr lang="en-US" sz="1500" dirty="0">
              <a:solidFill>
                <a:srgbClr val="262626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4F0632-ACBC-C486-C16A-A026480D16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8623" y="2556932"/>
            <a:ext cx="4618299" cy="309116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ONCLUSION</a:t>
            </a:r>
            <a:endParaRPr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4984" y="2490135"/>
            <a:ext cx="7260336" cy="3444997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Homicide rates have declined since the 1990s peak.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Municipal police play a key role in investigations.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Young males and summer months pose higher risks.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data enables informed policy and policing.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Focus on targeted interventions and continue leveraging data analytics.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71</TotalTime>
  <Words>269</Words>
  <Application>Microsoft Macintosh PowerPoint</Application>
  <PresentationFormat>On-screen Show (4:3)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Garamond</vt:lpstr>
      <vt:lpstr>Times New Roman</vt:lpstr>
      <vt:lpstr>Wingdings</vt:lpstr>
      <vt:lpstr>Organic</vt:lpstr>
      <vt:lpstr>ISM 6404 - Intro to Business Analytics &amp; Big Data Spring 2025  FINAL PROJECT PRESENTATION   Uncovering Patterns in U.S. Homicide Data</vt:lpstr>
      <vt:lpstr>INTRODUCTION</vt:lpstr>
      <vt:lpstr>DASHBOARD 1 – Homicide Trends Over Time</vt:lpstr>
      <vt:lpstr>Dashboard 2 – Geographic &amp; Circumstantial Insights</vt:lpstr>
      <vt:lpstr>DASHBOARD 3 – VICTIM &amp; OFFENDER DEMOGRAPHICS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Krishna Sanjay Vaddi</dc:creator>
  <cp:keywords/>
  <dc:description>generated using python-pptx</dc:description>
  <cp:lastModifiedBy>Pahuldeep Singh Dhingra</cp:lastModifiedBy>
  <cp:revision>11</cp:revision>
  <dcterms:created xsi:type="dcterms:W3CDTF">2013-01-27T09:14:16Z</dcterms:created>
  <dcterms:modified xsi:type="dcterms:W3CDTF">2025-04-24T16:29:48Z</dcterms:modified>
  <cp:category/>
</cp:coreProperties>
</file>